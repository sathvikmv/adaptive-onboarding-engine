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ElevateAI — Adaptive Onboarding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AI-powered system to analyze resumes, identify skill gaps, and generate personalized learning pathways.</a:t>
            </a:r>
          </a:p>
          <a:p/>
          <a:p>
            <a:r>
              <a:t>Value:</a:t>
            </a:r>
          </a:p>
          <a:p>
            <a:r>
              <a:t>- Reduce onboarding time</a:t>
            </a:r>
          </a:p>
          <a:p>
            <a:r>
              <a:t>- Personalized learning</a:t>
            </a:r>
          </a:p>
          <a:p>
            <a:r>
              <a:t>- Data-driven decisions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&amp;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React (UI, upload, visualization)</a:t>
            </a:r>
          </a:p>
          <a:p>
            <a:r>
              <a:t>Backend: FastAPI (processing, APIs)</a:t>
            </a:r>
          </a:p>
          <a:p/>
          <a:p>
            <a:r>
              <a:t>Workflow:</a:t>
            </a:r>
          </a:p>
          <a:p>
            <a:r>
              <a:t>1. Upload resume</a:t>
            </a:r>
          </a:p>
          <a:p>
            <a:r>
              <a:t>2. Extract skills</a:t>
            </a:r>
          </a:p>
          <a:p>
            <a:r>
              <a:t>3. Match with job data</a:t>
            </a:r>
          </a:p>
          <a:p>
            <a:r>
              <a:t>4. Generate learning path</a:t>
            </a:r>
          </a:p>
          <a:p>
            <a:r>
              <a:t>5. Visualize graph</a:t>
            </a:r>
          </a:p>
          <a:p/>
          <a:p>
            <a:r>
              <a:t>Dockerized deployment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 &amp;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React, TypeScript, Tailwind</a:t>
            </a:r>
          </a:p>
          <a:p>
            <a:r>
              <a:t>Backend: FastAPI, Python</a:t>
            </a:r>
          </a:p>
          <a:p/>
          <a:p>
            <a:r>
              <a:t>AI/Models:</a:t>
            </a:r>
          </a:p>
          <a:p>
            <a:r>
              <a:t>- Rule-based NLP</a:t>
            </a:r>
          </a:p>
          <a:p>
            <a:r>
              <a:t>- Optional LLMs (GPT, LLaMA)</a:t>
            </a:r>
          </a:p>
          <a:p>
            <a:r>
              <a:t>- Embeddings (SentenceTransformers)</a:t>
            </a:r>
          </a:p>
          <a:p/>
          <a:p>
            <a:r>
              <a:t>Libraries:</a:t>
            </a:r>
          </a:p>
          <a:p>
            <a:r>
              <a:t>- NetworkX</a:t>
            </a:r>
          </a:p>
          <a:p>
            <a:r>
              <a:t>- PyPDF</a:t>
            </a:r>
          </a:p>
          <a:p/>
          <a:p>
            <a:r>
              <a:t>DevOps:</a:t>
            </a:r>
          </a:p>
          <a:p>
            <a:r>
              <a:t>- Docker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Algorithms &amp;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Skill Extraction:</a:t>
            </a:r>
          </a:p>
          <a:p>
            <a:r>
              <a:t>- Resume parsing</a:t>
            </a:r>
          </a:p>
          <a:p>
            <a:r>
              <a:t>- Keyword detection</a:t>
            </a:r>
          </a:p>
          <a:p>
            <a:r>
              <a:t>- Skill normalization</a:t>
            </a:r>
          </a:p>
          <a:p/>
          <a:p>
            <a:r>
              <a:t>Adaptive Pathing:</a:t>
            </a:r>
          </a:p>
          <a:p>
            <a:r>
              <a:t>- Graph-based model</a:t>
            </a:r>
          </a:p>
          <a:p>
            <a:r>
              <a:t>- Nodes = Skills</a:t>
            </a:r>
          </a:p>
          <a:p>
            <a:r>
              <a:t>- Edges = Dependencies</a:t>
            </a:r>
          </a:p>
          <a:p/>
          <a:p>
            <a:r>
              <a:t>Optimization:</a:t>
            </a:r>
          </a:p>
          <a:p>
            <a:r>
              <a:t>- Shortest path</a:t>
            </a:r>
          </a:p>
          <a:p>
            <a:r>
              <a:t>- Priority learning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Datasets &amp;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Datasets:</a:t>
            </a:r>
          </a:p>
          <a:p>
            <a:r>
              <a:t>- Resume Dataset (Kaggle)</a:t>
            </a:r>
          </a:p>
          <a:p>
            <a:r>
              <a:t>- O*NET Database</a:t>
            </a:r>
          </a:p>
          <a:p>
            <a:r>
              <a:t>- Job Description Dataset</a:t>
            </a:r>
          </a:p>
          <a:p/>
          <a:p>
            <a:r>
              <a:t>Metrics:</a:t>
            </a:r>
          </a:p>
          <a:p>
            <a:r>
              <a:t>- Skill accuracy</a:t>
            </a:r>
          </a:p>
          <a:p>
            <a:r>
              <a:t>- Gap detection rate</a:t>
            </a:r>
          </a:p>
          <a:p>
            <a:r>
              <a:t>- Path generation time</a:t>
            </a:r>
          </a:p>
          <a:p>
            <a:r>
              <a:t>- Relevance score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